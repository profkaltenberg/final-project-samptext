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70" r:id="rId8"/>
    <p:sldId id="261" r:id="rId9"/>
    <p:sldId id="262" r:id="rId10"/>
    <p:sldId id="263" r:id="rId11"/>
    <p:sldId id="265" r:id="rId12"/>
    <p:sldId id="267" r:id="rId13"/>
    <p:sldId id="266" r:id="rId14"/>
    <p:sldId id="273" r:id="rId15"/>
    <p:sldId id="272" r:id="rId16"/>
    <p:sldId id="268" r:id="rId17"/>
    <p:sldId id="269" r:id="rId18"/>
    <p:sldId id="271" r:id="rId19"/>
    <p:sldId id="275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39:31.4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1032 183 24575,'-713'0'0,"702"1"0,1 0 0,0 0 0,-1 1 0,1 1 0,0-1 0,0 2 0,1-1 0,-1 2 0,1-1 0,0 1 0,0 0 0,0 1 0,1 0 0,-16 14 0,1 3 0,1 1 0,1 1 0,-26 41 0,41-58 0,0 1 0,0 0 0,1 0 0,1 1 0,0-1 0,0 1 0,0 0 0,1 0 0,-1 14 0,3-20 0,1 1 0,0-1 0,0 1 0,1-1 0,0 1 0,-1-1 0,1 0 0,1 1 0,-1-1 0,1 0 0,0 0 0,0 0 0,0 0 0,0 0 0,0 0 0,1-1 0,0 1 0,0-1 0,0 1 0,0-1 0,0 0 0,1-1 0,0 1 0,3 2 0,9 4 0,0-1 0,1-1 0,0 0 0,0-2 0,0 1 0,1-2 0,-1-1 0,24 2 0,45 11 0,-22-3 0,111 9 0,4-1 0,-85-3 0,0-5 0,139 3 0,-183-14 0,-1 3 0,70 14 0,-3 0 0,30-2 0,173-3 0,-301-13 0,0 0 0,0 2 0,18 4 0,48 6 0,-13-12 0,-29-1 0,1 1 0,-1 2 0,50 11 0,-31-2 0,0-3 0,1-2 0,0-3 0,0-3 0,0-2 0,96-15 0,36 3 0,-7 0 0,-134 8 0,75 3 0,17-1 0,-76-9 0,-51 7 0,1 2 0,27-2 0,-16 4 0,1-2 0,0 0 0,-1-2 0,51-16 0,-36 8 0,-1-3 0,-1-2 0,-1-1 0,0-2 0,44-31 0,-65 40 0,0 1 0,0 1 0,1 1 0,1 1 0,-1 1 0,1 0 0,25-2 0,-10 1 0,54-20 0,-63 18 0,-1-1 0,0-2 0,0-1 0,-2-1 0,0-2 0,0 0 0,23-22 0,-44 33 0,0 0 0,-1 0 0,0 0 0,0 0 0,-1 0 0,1-1 0,-2 0 0,1 1 0,-1-1 0,0 0 0,0 0 0,0-1 0,-1 1 0,-1 0 0,1 0 0,-1-1 0,0 1 0,-1 0 0,1 0 0,-2-1 0,1 1 0,-1 0 0,0 0 0,0 0 0,-1 0 0,0 1 0,0-1 0,-1 1 0,1-1 0,-1 1 0,-8-9 0,-19-20 0,19 20 0,0 1 0,-23-19 0,15 16 0,0 1 0,-44-25 0,54 36 0,-1 0 0,1 1 0,-1 1 0,0 0 0,-1 0 0,1 1 0,0 0 0,-1 1 0,-13 0 0,-55 0 0,1 4 0,-91 14 0,-93 52 0,166-40 0,58-22 0,0-1 0,0-1 0,0-3 0,-1-1 0,-45-5 0,-14 1 0,16 4 0,-5 0 0,-115-13 0,144 7 0,-1 4 0,-100 9 0,12 0 0,-10-10 0,-102 5 0,230 1 0,1 2 0,-1 1 0,-31 13 0,34-11 0,-1-1 0,0-1 0,-44 6 0,-56-9 0,69-3 0,-75 11 0,43-3 0,0-4 0,-102-7 0,52 0 0,95 4 0,-83 14 0,121-15 0,-87 6-1365,73-7-5461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39:50.3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1222 277 24575,'-2'-5'0,"1"1"0,-1-1 0,1 0 0,-2 1 0,1-1 0,0 1 0,-1 0 0,0 0 0,0 0 0,0 0 0,-6-6 0,-3-3 0,-15-25 0,8 12 0,0 1 0,-35-36 0,48 57 0,0 0 0,0-1 0,-1 2 0,1-1 0,-1 1 0,0 0 0,0 0 0,0 1 0,0 0 0,0 0 0,-1 1 0,-11-1 0,-13 0 0,-54 5 0,30 0 0,-98-14 0,17 0 0,119 12 0,0 1 0,0 0 0,1 2 0,-1 0 0,1 1 0,0 0 0,0 1 0,1 1 0,0 1 0,0 0 0,1 1 0,0 1 0,0 1 0,1 0 0,1 0 0,0 1 0,0 1 0,-16 22 0,25-29 0,0 1 0,1-1 0,0 0 0,0 1 0,1 0 0,0 0 0,0 0 0,1 0 0,-2 10 0,2 70 0,2-67 0,-1-1 0,0 1 0,-5 24 0,-9 30 0,3-15 0,-22 71 0,14-76 0,2 2 0,2 0 0,3 1 0,3 0 0,-4 111 0,11-59 0,5 86 0,0-172 0,1 0 0,0-1 0,2 1 0,0-1 0,2-1 0,12 27 0,-13-36 0,1-1 0,0 0 0,0-1 0,1 0 0,0 0 0,1-1 0,0 0 0,14 9 0,1-1 0,1-2 0,43 19 0,-27-10 0,-35-20 0,0 1 0,0-1 0,1 0 0,-1-1 0,1 0 0,0 0 0,16 3 0,-3-3 0,1-2 0,-1 0 0,1-2 0,-1 0 0,1-1 0,-1-1 0,26-8 0,8-5 0,77-35 0,-47 24 0,-66 23 0,-1-2 0,1 0 0,-1-1 0,24-13 0,-18 6 0,5-2 0,45-35 0,-64 43 0,-1-1 0,0 0 0,0 0 0,-1-1 0,-1 0 0,1-1 0,10-21 0,-2-7 0,-1 0 0,-2-1 0,14-77 0,8-30 0,-26 109 0,-3-1 0,-1 0 0,-2-1 0,-1 1 0,-7-67 0,2 0 0,5-5 0,-4-122 0,-2 207-1365,-2 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39:54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1449 261 24575,'-10'-2'0,"0"0"0,0 0 0,1-1 0,-1-1 0,0 1 0,1-1 0,0-1 0,-10-6 0,-8-3 0,-75-36 0,-3 5 0,-175-52 0,234 89 0,0 3 0,0 1 0,-1 2 0,0 2 0,-52 8 0,88-6 0,0 0 0,0 0 0,0 1 0,0 1 0,0 0 0,1 0 0,0 1 0,0 1 0,0-1 0,1 1 0,-1 1 0,2 0 0,-1 0 0,-13 16 0,-7 10 0,3 1 0,-36 59 0,19-27 0,26-43 0,10-14 0,-1 0 0,2 0 0,-1 1 0,2 0 0,-1 0 0,1 1 0,1-1 0,0 1 0,0 0 0,1 0 0,0 1 0,-1 16 0,4 2 0,-2-1 0,-1 0 0,-1 0 0,-2 0 0,-1 0 0,-1-1 0,-12 28 0,11-33 0,0-1 0,2 1 0,0 1 0,2-1 0,-5 47 0,7 122 0,4-120 0,-1-55 0,1-1 0,1 1 0,1-1 0,1 1 0,0-1 0,0 0 0,2-1 0,11 23 0,5 3 0,46 63 0,-10-18 0,-42-61 0,1-1 0,1-1 0,0 0 0,2-1 0,23 19 0,-32-33 0,1-1 0,-1 0 0,1 0 0,0-2 0,1 1 0,0-2 0,-1 0 0,17 3 0,14 1 0,52 3 0,-38-8 0,0-2 0,0-3 0,0-2 0,104-22 0,-65 13 0,-71 12 0,0-2 0,0-1 0,28-9 0,-26 3 0,0-2 0,25-16 0,-7 4 0,-37 20 0,1-1 0,-1 0 0,0 0 0,0-1 0,-1 0 0,1 0 0,-2-1 0,1 0 0,-1 0 0,0-1 0,0 1 0,-1-1 0,0-1 0,0 1 0,-1-1 0,0 0 0,0 0 0,-1 0 0,-1 0 0,1 0 0,-2-1 0,1 1 0,0-13 0,10-75 0,-7 69 0,2-50 0,-5 45 0,9-48 0,-6 47 0,2-48 0,-4 41 0,10-61 0,-4 45 0,-2 8 0,2-7 0,1-80 0,-11-185-1365,1 299-5461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39:59.8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1019 125 24575,'-8'-1'0,"0"-1"0,0 0 0,0 0 0,0-1 0,0 1 0,-11-7 0,-12-3 0,1 4 0,0 1 0,-41-2 0,-6-2 0,43 7 0,0 2 0,0 1 0,0 1 0,0 2 0,0 1 0,-36 9 0,65-11 0,-23 3 0,13-3 0,0 1 0,0 1 0,0 0 0,1 1 0,0 0 0,-1 1 0,2 1 0,-1 0 0,0 1 0,-18 12 0,5 1 0,1 1 0,1 2 0,0 0 0,-30 39 0,47-51 0,0 1 0,0 0 0,1 0 0,0 1 0,1 0 0,1 0 0,0 1 0,1-1 0,0 1 0,1 0 0,1 0 0,0 0 0,0 16 0,4 734 0,-2-756 0,1 1 0,0 0 0,1 0 0,0-1 0,0 1 0,0-1 0,1 0 0,1 0 0,-1 0 0,1 0 0,1 0 0,0-1 0,0 0 0,0 0 0,11 11 0,7 4 0,1-1 0,1-2 0,28 18 0,-33-23 0,-11-9 0,-1 1 0,1-1 0,1-1 0,-1 0 0,1 0 0,-1-1 0,1 0 0,0-1 0,0 0 0,0 0 0,19 0 0,-7-3 0,-1-1 0,1-1 0,-1 0 0,32-11 0,-24 8 0,-1 2 0,0 0 0,49 1 0,-2 0 0,-65 1 0,1 0 0,-1 0 0,0-1 0,0 0 0,0 0 0,0-1 0,0-1 0,-1 0 0,0 0 0,0-1 0,14-11 0,-6 2 0,0 0 0,-1-2 0,-1 0 0,18-26 0,-27 33 0,0 0 0,0 0 0,-1-1 0,-1 0 0,0 0 0,0 0 0,3-22 0,-1-6 0,0-41 0,4-30 0,-3 57 0,-2 0 0,-2-1 0,-9-99 0,-7 85 0,9 50 0,0 0 0,-1-30 0,6-12 0,2 1 0,14-76 0,-12 102-227,-2 0-1,-1 0 1,-1 0-1,-2 0 1,-8-56-1,3 67-6598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40:06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1150 105 24575,'-8'-1'0,"1"-1"0,-1 1 0,1-1 0,-1-1 0,1 1 0,-12-7 0,-16-5 0,-44-15 0,62 21 0,0 1 0,0 1 0,0 1 0,-1 0 0,0 1 0,-32-3 0,-305 10 0,323 0 0,0 1 0,0 1 0,-57 19 0,87-24 0,-35 13 0,-50 24 0,46-19 0,34-15 0,1 1 0,0-1 0,-1 1 0,1 0 0,1 0 0,-1 1 0,1 0 0,-1 0 0,1 0 0,1 1 0,-1-1 0,1 1 0,0 0 0,-4 8 0,3-3 0,1 0 0,0 0 0,1 1 0,0-1 0,0 1 0,1 0 0,0 23 0,3-3 0,1 1 0,1-1 0,2 0 0,2 0 0,14 44 0,-8-31 0,-2 1 0,-2 0 0,4 61 0,-3-12 0,3 74 0,-11-54 0,-5 126 0,-7-168 0,6-53 0,1 0 0,1 0 0,1 21 0,1-33 0,1 0 0,1 1 0,-1-1 0,1 0 0,1 0 0,-1 0 0,1-1 0,1 1 0,0-1 0,8 14 0,-2-7 0,0-1 0,1 0 0,1-1 0,0 0 0,0-1 0,1 0 0,1-1 0,0-1 0,0 0 0,0-1 0,1 0 0,1-1 0,-1-1 0,30 8 0,-2-5 0,2-2 0,-1-2 0,0-2 0,58-2 0,-33-2 0,-11 2 0,-1-3 0,81-12 0,-118 10 0,1-1 0,-1 0 0,33-14 0,-44 15 0,-1-1 0,0 0 0,0 0 0,-1 0 0,0-1 0,1-1 0,-2 1 0,1-1 0,-1 0 0,9-13 0,-7 7 0,-1 0 0,0-1 0,-1 1 0,-1-1 0,0 0 0,-1-1 0,0 1 0,-1-1 0,1-24 0,-1-14 0,-6-75 0,-1 26 0,2-46 0,5-167 0,22 145 0,-16 121 0,-1 0 0,1-72 0,-9 116 0,-1-27 0,2 1 0,0-1 0,12-56 0,-12 85 0,0 0 0,-1 0 0,1 0 0,-1 0 0,1 0 0,-1 0 0,0 0 0,0 0 0,-1 0 0,1-1 0,0 1 0,-1 0 0,0 0 0,0 0 0,0 0 0,0 0 0,0 1 0,-4-6 0,3 5 0,-1 0 0,0 0 0,0 1 0,-1-1 0,1 1 0,0 0 0,-1 0 0,0 0 0,1 1 0,-1-1 0,0 1 0,0 0 0,-7-2 0,-42-18 114,23 7-1593,11 7-5347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40:13.0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1023 124 24575,'-15'-2'0,"0"0"0,0-1 0,0-1 0,0 0 0,1-1 0,-1-1 0,-18-9 0,12 5 0,0 1 0,-29-7 0,10 7 0,0 2 0,0 1 0,-69 1 0,88 4 0,0-1 0,-27-6 0,30 4 0,0 2 0,0 0 0,-21 0 0,32 2 0,1 1 0,-1 0 0,1 0 0,-1 1 0,1 0 0,0 0 0,0 0 0,0 0 0,0 1 0,0 0 0,0 1 0,-8 6 0,-7 8 0,2 2 0,0 0 0,1 0 0,1 2 0,1 0 0,1 1 0,1 1 0,1 0 0,1 1 0,2 0 0,0 1 0,2 0 0,-10 48 0,14-56 0,-3 21 0,0 0 0,-1 69 0,10 50 0,-4 242 0,-2-364 0,-1 0 0,-13 44 0,-8 49 0,24-115 0,1 0 0,1 0 0,0 0 0,1-1 0,0 1 0,1 0 0,5 16 0,-4-21 0,1-1 0,0 0 0,0 0 0,1 0 0,0-1 0,1 1 0,-1-1 0,1 0 0,1-1 0,-1 0 0,13 9 0,11 7 0,46 25 0,-73-45 0,497 258 0,-493-257 0,1 1 0,0-1 0,0-1 0,0 1 0,0-1 0,0-1 0,0 1 0,1-2 0,-1 1 0,0-1 0,1 0 0,-1-1 0,16-2 0,-18 1 0,0 0 0,-1 0 0,1-1 0,-1 0 0,0 0 0,1 0 0,-2 0 0,1-1 0,0 0 0,-1 0 0,1 0 0,-1 0 0,0-1 0,0 0 0,-1 0 0,0 0 0,0 0 0,0 0 0,4-11 0,13-40 0,-3-1 0,15-90 0,8-30 0,-20 119 0,7-33 0,-5-5 0,-10 47 0,8-63 0,5-88 0,-19 162 0,12-46 0,-10 56 0,-2-1 0,0 0 0,0-39 0,-8 21 0,-2 0 0,-2 0 0,-2 0 0,-3 1 0,-1 0 0,-33-77 0,32 82-44,10 30-144,0 0-1,-1 0 0,0 0 0,-1 1 0,0-1 1,-11-16-1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40:17.3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1196 202 24575,'-13'-12'0,"-1"2"0,0 0 0,-1 0 0,0 2 0,-23-11 0,-18-10 0,51 26 0,-26-16 0,0 1 0,-1 1 0,-46-15 0,68 28 0,-1 1 0,0 1 0,0 0 0,1 0 0,-1 1 0,0 1 0,0-1 0,0 2 0,0 0 0,0 0 0,0 1 0,0 0 0,0 1 0,1 0 0,-14 6 0,4 0 0,-285 144 0,280-137 0,1 1 0,1 1 0,0 1 0,2 1 0,0 2 0,-26 32 0,38-39 0,0-1 0,1 1 0,1 1 0,0-1 0,1 1 0,1 0 0,-5 26 0,2-1 0,-3 80 0,9-66 0,1-2 0,-11 65 0,1 17 0,9-94 0,-11 69 0,-17 43 0,27-135 0,0 0 0,2 0 0,0 1 0,1-1 0,4 30 0,-2-38 0,0-1 0,1 0 0,0-1 0,0 1 0,1 0 0,0-1 0,0 0 0,1 0 0,0 0 0,0 0 0,1-1 0,12 12 0,14 12 0,1-1 0,1-1 0,1-2 0,75 42 0,-99-63 0,0 0 0,1-1 0,0 0 0,0-1 0,0-1 0,0 0 0,0-1 0,1 0 0,-1 0 0,1-2 0,0 1 0,-1-2 0,1 0 0,-1 0 0,1-1 0,-1-1 0,0 0 0,1 0 0,-1-1 0,-1-1 0,1 0 0,12-8 0,27-19 0,-35 20 0,1 1 0,1 0 0,0 2 0,0 0 0,1 1 0,0 0 0,38-8 0,-43 14 0,1 0 0,-1-2 0,0 1 0,0-2 0,0 0 0,14-8 0,-23 10 0,0 0 0,0-1 0,-1 1 0,0-1 0,1 0 0,-1-1 0,-1 1 0,1-1 0,-1 1 0,0-1 0,0 0 0,0 0 0,0-1 0,-1 1 0,0 0 0,0-1 0,-1 0 0,2-8 0,28-254 0,-29 230 0,10-49 0,-7 54 0,3-51 0,12-148 0,-14 184 0,-3 33 0,0-1 0,2 1 0,10-27 0,7-22 0,-20 55 0,6-21 0,-2 0 0,-1 0 0,2-51 0,-6 58 40,1 1 1,7-26-1,0-11-1526,-7 39-5340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40:25.7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1300 230 24575,'-11'-1'0,"1"-1"0,0 0 0,0-1 0,-16-5 0,-11-3 0,-114-37 0,101 30 0,-80-17 0,88 25 0,-46-17 0,13 4 0,11 8 0,-73-7 0,129 21 0,1 0 0,-1 0 0,0 0 0,0 1 0,1 0 0,-1 0 0,0 1 0,0 0 0,1 1 0,-1-1 0,1 1 0,-1 1 0,1 0 0,0 0 0,0 0 0,0 1 0,0 0 0,-11 9 0,-52 36 0,38-27 0,2 0 0,0 2 0,-38 39 0,60-54 0,0 0 0,1 1 0,0 0 0,1 0 0,0 1 0,1-1 0,0 1 0,0 1 0,1-1 0,1 0 0,0 1 0,0 0 0,1 0 0,1 0 0,-1 14 0,2 36 0,2 1 0,15 92 0,-9-90 0,-2 1 0,-7 131 0,-2-72 0,1-101 0,0 1 0,-7 29 0,4-29 0,1 1 0,0 26 0,3 19 0,4 139 0,0-191 0,1 0 0,1 0 0,1-1 0,1 0 0,1 0 0,0-1 0,1 0 0,1 0 0,0-1 0,15 17 0,-12-18 0,2 0 0,0-2 0,1 1 0,0-2 0,1 0 0,1-1 0,31 15 0,-9-8 0,2-2 0,64 18 0,-73-29 0,0 0 0,1-3 0,-1-1 0,1-1 0,42-6 0,178-40 0,-96 13 0,-155 32 0,48-7 0,0-2 0,0-3 0,55-20 0,-90 25 0,-1 0 0,1-1 0,-2-1 0,1 0 0,-1-1 0,-1 0 0,0-1 0,-1-1 0,0 0 0,15-21 0,-18 14 0,0 0 0,-1-1 0,-1 0 0,0 0 0,-2-1 0,-1 1 0,2-27 0,3-10 0,33-221 0,-31 180 0,-1-131 0,2-25 0,-7 213 0,-1 18 0,-1-1 0,-1 0 0,-1 0 0,-1-1 0,-2 1 0,-5-33 0,6 54 0,-1 1 0,1 0 0,-1-1 0,1 1 0,-1 0 0,0 0 0,0 0 0,-1 1 0,1-1 0,0 0 0,-1 1 0,0 0 0,1-1 0,-1 1 0,0 0 0,0 0 0,0 1 0,-1-1 0,1 1 0,0-1 0,0 1 0,-1 0 0,1 0 0,-1 1 0,-5-1 0,-11-1 0,0 1 0,0 0 0,-31 5 0,10-1 0,-36-2-1365,55-1-5461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40:31.0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1329 230 24575,'-12'-2'0,"0"0"0,0-1 0,0 0 0,1-1 0,-1-1 0,1 1 0,0-2 0,1 1 0,-14-10 0,-20-9 0,-12-4 0,-2 4 0,-1 1 0,0 4 0,-2 2 0,0 3 0,-1 2 0,0 3 0,0 3 0,-70 2 0,94 4 0,11-1 0,-45 6 0,63-4 0,-1 1 0,1 0 0,1 1 0,-1 0 0,0 0 0,1 1 0,-1 0 0,-13 10 0,-12 9 0,2 1 0,0 2 0,2 1 0,1 2 0,-31 39 0,55-59 0,0-1 0,0 1 0,1 1 0,0-1 0,1 1 0,0-1 0,1 1 0,0 0 0,0 0 0,0 13 0,1 17 0,4 53 0,1-19 0,-5-45 0,0-18 0,1-1 0,0 1 0,0-1 0,1 1 0,0-1 0,1 0 0,0 0 0,1 1 0,0-1 0,7 15 0,28 55 0,-32-63 0,2 1 0,0-1 0,1 0 0,1-1 0,0 0 0,18 20 0,21 16 0,2-2 0,2-3 0,107 73 0,-63-50 0,-66-46 0,60 35 0,-79-52 0,1-1 0,0-1 0,1 0 0,-1-1 0,1 0 0,0-1 0,0 0 0,23 1 0,-15-2 0,0-1 0,1-1 0,-1-1 0,0 0 0,0-2 0,0-1 0,0 0 0,-1-2 0,26-10 0,34-18 0,-50 22 0,1-2 0,37-23 0,-9 2 0,-40 25 0,-1-1 0,0 0 0,-1-2 0,0 0 0,0-1 0,-2 0 0,0-2 0,17-21 0,12-52 0,-37 73 0,-1 0 0,0 0 0,-2-1 0,1 0 0,-2 0 0,3-21 0,-6 28 0,0 0 0,-1 1 0,0-1 0,0 0 0,-1 1 0,-1-1 0,0 1 0,0-1 0,-1 1 0,0 0 0,0 0 0,-9-16 0,-9-13 0,-2 1 0,-1 1 0,-51-59 0,56 71 61,-8-7-1487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07:03:42.3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1,'48'2,"1"3,-1 3,61 16,-60-12,1-2,0-2,52 2,-43-9,192-6,-167-7,-53 7,56-4,-62 9,1-1,0-2,34-7,-26 4,1 2,0 1,0 2,69 6,29 19,-108-22,0 1,0 1,0 2,24 8,-29-7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07:03:44.2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28,'434'-20,"192"12,-363 11,168-3,-409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07:03:48.5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15,'236'14,"-7"-1,196-14,-400 0,1-1,30-8,-29 5,47-3,-17 8,-31 1,0-2,1 0,36-8,-41 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07:03:52.1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31,'385'19,"-336"-14,0-3,0-1,-1-3,80-13,-77 8,0 3,-1 2,61 5,-46 0,71-7,-69-8,-49 7,0 2,29-3,-12 5,-5-1,0 2,0 0,48 9,-56-4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07:04:57.9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45,'348'-15,"-51"7,-48 5,-170-6,-58 5,0 2,0 0,0 1,0 1,0 1,31 5,27 9,0-4,89 2,162-13,-143-2,-153 4,55 9,-54-6,51 3,-62-8,-2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07:04:37.9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0,'1348'0,"-1334"1,1 0,-1 1,18 4,-10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07:04:43.1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76,'36'-2,"-1"-2,49-10,21-4,870-20,-531 38,-423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07:04:44.5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0 178,'114'-5,"153"-27,-90 8,229-18,-269 17,-100 17,-1 1,62-4,-4-1,-13 1,-59 10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07:04:48.1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1 102,'34'-3,"0"0,0-3,0 0,42-15,-39 10,1 1,75-7,25 6,83-3,-195 15,-1 2,1 0,-1 2,34 10,-32-8,0 0,0-2,41 2,-33-4,-1 2,1 1,-1 2,0 1,0 2,-1 1,33 18,-55-25,6 4,0-2,1 1,20 4,-19-6,-3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07:05:01.6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0,'1500'0,"-1469"2,0 2,0 1,-1 1,41 14,-30-8,62 10,273 29,-355-48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42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706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172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64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82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084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45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853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45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6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988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2941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51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8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1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69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16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1734F84-FAB4-4AFA-9214-CAEDC82F5F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07C7CC6-04E1-48AC-9DE2-0CED6702C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806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4.png"/><Relationship Id="rId18" Type="http://schemas.openxmlformats.org/officeDocument/2006/relationships/customXml" Target="../ink/ink8.xml"/><Relationship Id="rId3" Type="http://schemas.openxmlformats.org/officeDocument/2006/relationships/image" Target="../media/image6.svg"/><Relationship Id="rId21" Type="http://schemas.openxmlformats.org/officeDocument/2006/relationships/image" Target="../media/image18.png"/><Relationship Id="rId7" Type="http://schemas.openxmlformats.org/officeDocument/2006/relationships/image" Target="../media/image11.png"/><Relationship Id="rId12" Type="http://schemas.openxmlformats.org/officeDocument/2006/relationships/customXml" Target="../ink/ink5.xml"/><Relationship Id="rId17" Type="http://schemas.openxmlformats.org/officeDocument/2006/relationships/image" Target="../media/image16.png"/><Relationship Id="rId2" Type="http://schemas.openxmlformats.org/officeDocument/2006/relationships/image" Target="../media/image9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5" Type="http://schemas.openxmlformats.org/officeDocument/2006/relationships/image" Target="../media/image15.png"/><Relationship Id="rId10" Type="http://schemas.openxmlformats.org/officeDocument/2006/relationships/customXml" Target="../ink/ink4.xml"/><Relationship Id="rId19" Type="http://schemas.openxmlformats.org/officeDocument/2006/relationships/image" Target="../media/image17.png"/><Relationship Id="rId4" Type="http://schemas.openxmlformats.org/officeDocument/2006/relationships/customXml" Target="../ink/ink1.xml"/><Relationship Id="rId9" Type="http://schemas.openxmlformats.org/officeDocument/2006/relationships/image" Target="../media/image12.png"/><Relationship Id="rId14" Type="http://schemas.openxmlformats.org/officeDocument/2006/relationships/customXml" Target="../ink/ink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12" Type="http://schemas.openxmlformats.org/officeDocument/2006/relationships/customXml" Target="../ink/ink14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0" Type="http://schemas.openxmlformats.org/officeDocument/2006/relationships/customXml" Target="../ink/ink13.xml"/><Relationship Id="rId4" Type="http://schemas.openxmlformats.org/officeDocument/2006/relationships/customXml" Target="../ink/ink10.xml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6.png"/><Relationship Id="rId12" Type="http://schemas.openxmlformats.org/officeDocument/2006/relationships/customXml" Target="../ink/ink19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0" Type="http://schemas.openxmlformats.org/officeDocument/2006/relationships/customXml" Target="../ink/ink18.xml"/><Relationship Id="rId4" Type="http://schemas.openxmlformats.org/officeDocument/2006/relationships/customXml" Target="../ink/ink15.xml"/><Relationship Id="rId9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b91jJ7HNsXQ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910FC-768C-70BA-158C-B5C2F19B1D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/>
              <a:t>League of Legends</a:t>
            </a:r>
            <a:r>
              <a:rPr lang="en-US" dirty="0"/>
              <a:t>: How Does Character Choice Affect Win Rate Across Ranks?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4AA20-9CCC-5965-0BBC-ACE79B7E61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Oliver Ng</a:t>
            </a:r>
          </a:p>
          <a:p>
            <a:r>
              <a:rPr lang="en-US" dirty="0"/>
              <a:t>ECO590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BBEC58B-199A-A74B-F582-E86D79D509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933" y="57626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374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20DB7-36BB-F8D6-41FA-E4D9EA3E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41522-614F-EF0C-4FD2-923F0A242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League of Legends is a massive multiplayer game with ~117-135 million monthly players.</a:t>
            </a:r>
          </a:p>
          <a:p>
            <a:pPr>
              <a:lnSpc>
                <a:spcPct val="200000"/>
              </a:lnSpc>
            </a:pPr>
            <a:r>
              <a:rPr lang="en-US" dirty="0"/>
              <a:t>League has 172 characters and 10 ranks.</a:t>
            </a:r>
          </a:p>
          <a:p>
            <a:pPr>
              <a:lnSpc>
                <a:spcPct val="200000"/>
              </a:lnSpc>
            </a:pPr>
            <a:r>
              <a:rPr lang="en-US" dirty="0"/>
              <a:t>Competitive games inevitably develop a metagame.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0CBD7A7-514A-C155-0B13-57D35AB49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933" y="57626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70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D7A6AC-E706-8A6D-2C40-C8DFC027FD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1731963"/>
            <a:ext cx="8118474" cy="405923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1058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6E30F-3450-8C42-9464-169196F6E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99964-5BDC-4872-1393-000D46338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How much of an effect does meta character choice have on win rate?</a:t>
            </a:r>
          </a:p>
          <a:p>
            <a:pPr>
              <a:lnSpc>
                <a:spcPct val="200000"/>
              </a:lnSpc>
            </a:pPr>
            <a:r>
              <a:rPr lang="en-US" dirty="0"/>
              <a:t>How much does this effect differ across each of League's rank?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0928D94-4F00-28D1-8977-ED9EDF2BD3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933" y="57626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73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B05CD-4645-3EEB-AE45-93064A722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2BAC9-0967-ECEB-2ACA-2B912CB35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6251466-75FC-405B-9838-7F424A36C9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933" y="5762625"/>
            <a:ext cx="914400" cy="914400"/>
          </a:xfrm>
          <a:prstGeom prst="rect">
            <a:avLst/>
          </a:prstGeom>
        </p:spPr>
      </p:pic>
      <p:pic>
        <p:nvPicPr>
          <p:cNvPr id="1026" name="Picture 2" descr="What is Draft Pick in League of Legends? (New players) | ProComps Hub">
            <a:extLst>
              <a:ext uri="{FF2B5EF4-FFF2-40B4-BE49-F238E27FC236}">
                <a16:creationId xmlns:a16="http://schemas.microsoft.com/office/drawing/2014/main" id="{3429BCE6-4477-AE22-D3E1-EE38FEC26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6871" y="-95250"/>
            <a:ext cx="12465742" cy="704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293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15ADB-A9B6-98F6-D169-DAEFF7768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C7B90-92D0-707F-2CB0-7BA70D631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b="1" dirty="0"/>
              <a:t>Dependent Variable: </a:t>
            </a:r>
            <a:r>
              <a:rPr lang="en-US" dirty="0"/>
              <a:t>Character Win Rate</a:t>
            </a:r>
          </a:p>
          <a:p>
            <a:pPr>
              <a:lnSpc>
                <a:spcPct val="200000"/>
              </a:lnSpc>
            </a:pPr>
            <a:r>
              <a:rPr lang="en-US" b="1" dirty="0"/>
              <a:t>Independent Variable: “</a:t>
            </a:r>
            <a:r>
              <a:rPr lang="en-US" dirty="0"/>
              <a:t>Pick Ban Influence” (PBI)</a:t>
            </a:r>
          </a:p>
          <a:p>
            <a:pPr>
              <a:lnSpc>
                <a:spcPct val="200000"/>
              </a:lnSpc>
            </a:pPr>
            <a:r>
              <a:rPr lang="en-US" b="1" dirty="0"/>
              <a:t>Controls: </a:t>
            </a:r>
            <a:r>
              <a:rPr lang="en-US" dirty="0"/>
              <a:t>Rank, # of Games, Lane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D7F91ED-4F08-EF84-4EB6-CEB6C23A90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933" y="57626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507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BEF8D-8129-E76D-8837-C582B3501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BF15C3-587F-C01B-3E82-4344477A5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368" y="-32547"/>
            <a:ext cx="7883951" cy="690394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851B539-8452-0298-4F08-4615A0DAF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933" y="57626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669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B9B88-5D7B-C862-9F26-19222E427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368" y="-32547"/>
            <a:ext cx="7883951" cy="690394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9233DE6-446B-6136-36D1-A3932A337C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933" y="5762625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B023E80-B6E9-3DF9-A0B9-BCC6CED77118}"/>
                  </a:ext>
                </a:extLst>
              </p14:cNvPr>
              <p14:cNvContentPartPr/>
              <p14:nvPr/>
            </p14:nvContentPartPr>
            <p14:xfrm>
              <a:off x="8184204" y="291027"/>
              <a:ext cx="1772280" cy="331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B023E80-B6E9-3DF9-A0B9-BCC6CED771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66204" y="273027"/>
                <a:ext cx="180792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5E42C2E-827F-6AB8-AB87-93E5FD471ECE}"/>
                  </a:ext>
                </a:extLst>
              </p14:cNvPr>
              <p14:cNvContentPartPr/>
              <p14:nvPr/>
            </p14:nvContentPartPr>
            <p14:xfrm>
              <a:off x="4899139" y="3046170"/>
              <a:ext cx="470520" cy="667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5E42C2E-827F-6AB8-AB87-93E5FD471E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81139" y="3028170"/>
                <a:ext cx="506160" cy="70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BCABE6D-34C2-1915-E0D2-5121CA015926}"/>
                  </a:ext>
                </a:extLst>
              </p14:cNvPr>
              <p14:cNvContentPartPr/>
              <p14:nvPr/>
            </p14:nvContentPartPr>
            <p14:xfrm>
              <a:off x="6902179" y="3006210"/>
              <a:ext cx="568080" cy="662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BCABE6D-34C2-1915-E0D2-5121CA01592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84539" y="2988210"/>
                <a:ext cx="603720" cy="6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FCFC3F6-BDC4-CEBA-9933-1719CC37846D}"/>
                  </a:ext>
                </a:extLst>
              </p14:cNvPr>
              <p14:cNvContentPartPr/>
              <p14:nvPr/>
            </p14:nvContentPartPr>
            <p14:xfrm>
              <a:off x="6416899" y="3027810"/>
              <a:ext cx="369000" cy="553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FCFC3F6-BDC4-CEBA-9933-1719CC37846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99259" y="3009810"/>
                <a:ext cx="404640" cy="5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30DE891-6EB0-A903-A217-753F01979863}"/>
                  </a:ext>
                </a:extLst>
              </p14:cNvPr>
              <p14:cNvContentPartPr/>
              <p14:nvPr/>
            </p14:nvContentPartPr>
            <p14:xfrm>
              <a:off x="4403779" y="3053370"/>
              <a:ext cx="457560" cy="669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30DE891-6EB0-A903-A217-753F0197986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86139" y="3035370"/>
                <a:ext cx="493200" cy="70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06F13EA-FFA2-0AC1-379C-175563FC2533}"/>
                  </a:ext>
                </a:extLst>
              </p14:cNvPr>
              <p14:cNvContentPartPr/>
              <p14:nvPr/>
            </p14:nvContentPartPr>
            <p14:xfrm>
              <a:off x="5409619" y="3064890"/>
              <a:ext cx="433080" cy="727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06F13EA-FFA2-0AC1-379C-175563FC253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91979" y="3046890"/>
                <a:ext cx="468720" cy="76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039A74F-C43C-92FD-DA47-0617BE1EEE16}"/>
                  </a:ext>
                </a:extLst>
              </p14:cNvPr>
              <p14:cNvContentPartPr/>
              <p14:nvPr/>
            </p14:nvContentPartPr>
            <p14:xfrm>
              <a:off x="5886619" y="3009090"/>
              <a:ext cx="430920" cy="6516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039A74F-C43C-92FD-DA47-0617BE1EEE1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868619" y="2991090"/>
                <a:ext cx="466560" cy="68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96266B7-0C3E-7DDC-1463-FA04D3340999}"/>
                  </a:ext>
                </a:extLst>
              </p14:cNvPr>
              <p14:cNvContentPartPr/>
              <p14:nvPr/>
            </p14:nvContentPartPr>
            <p14:xfrm>
              <a:off x="3289219" y="2999010"/>
              <a:ext cx="606960" cy="7344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96266B7-0C3E-7DDC-1463-FA04D334099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71579" y="2981370"/>
                <a:ext cx="642600" cy="77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A59A3BB-130B-4C96-E22F-B804FD565D39}"/>
                  </a:ext>
                </a:extLst>
              </p14:cNvPr>
              <p14:cNvContentPartPr/>
              <p14:nvPr/>
            </p14:nvContentPartPr>
            <p14:xfrm>
              <a:off x="4413766" y="325427"/>
              <a:ext cx="578880" cy="505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A59A3BB-130B-4C96-E22F-B804FD565D3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396126" y="307427"/>
                <a:ext cx="614520" cy="54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1883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4B9F-46E5-0737-4D7C-91D55D9B4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Webscraping</a:t>
            </a:r>
            <a:r>
              <a:rPr lang="en-US" dirty="0"/>
              <a:t> with Selenium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A4222-8588-673D-7413-7F69D37C5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0EF99B-EFCA-2A2B-C452-567416CFC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92" y="411480"/>
            <a:ext cx="12204192" cy="60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584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CCB108-3800-E64D-006C-5C7A04BB9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" y="0"/>
            <a:ext cx="9966960" cy="688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10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98AC6-82A3-6D31-AC39-0BDAB2176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48641-E2A9-6CFE-6E53-4E9640323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PBI includes win rate in its calculation.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Difference in win rate.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Captured negative preference.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2DC0A5-664E-A2F6-CC0C-B586BA185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34" y="2317223"/>
            <a:ext cx="9602053" cy="4168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6CD785-DA49-75AE-126C-6E31B9C1E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34" y="3554677"/>
            <a:ext cx="7575473" cy="4168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FD241A-D669-2D80-D518-B3A2B7388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33" y="4955458"/>
            <a:ext cx="8645421" cy="41683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5E07454-60DF-B7AE-8E2E-5BFD30EECD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933" y="57626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31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1BAD-ACEB-E0CD-C90E-1586C649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0EAFE-56BD-2A9D-4DCF-411AEA2C5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D0603-99B0-08A2-008C-8800B006B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12" y="801624"/>
            <a:ext cx="11439375" cy="488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758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57257-97A0-0DBA-2922-0E6DE82E2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4371437" cy="970450"/>
          </a:xfrm>
        </p:spPr>
        <p:txBody>
          <a:bodyPr/>
          <a:lstStyle/>
          <a:p>
            <a:r>
              <a:rPr lang="en-US" dirty="0"/>
              <a:t>Graphs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9E1594-120F-2116-F5E6-8CD41860AF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433" y="424371"/>
            <a:ext cx="6036024" cy="603602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7F0A2D-AC23-2022-DA38-CDC5EAC371CB}"/>
              </a:ext>
            </a:extLst>
          </p:cNvPr>
          <p:cNvSpPr txBox="1">
            <a:spLocks/>
          </p:cNvSpPr>
          <p:nvPr/>
        </p:nvSpPr>
        <p:spPr>
          <a:xfrm>
            <a:off x="762918" y="1580050"/>
            <a:ext cx="4673189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dirty="0"/>
              <a:t>Across three rank thresholds.</a:t>
            </a:r>
          </a:p>
          <a:p>
            <a:pPr>
              <a:lnSpc>
                <a:spcPct val="200000"/>
              </a:lnSpc>
            </a:pPr>
            <a:r>
              <a:rPr lang="en-US" dirty="0"/>
              <a:t>There is a positive correlation here between win rate and Pick Ban Influence.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DAB003D-3DF2-82F3-4C77-383565374C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933" y="5762625"/>
            <a:ext cx="914400" cy="914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91DE68-5B22-A3F8-2A45-5AEC4AA5B5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433" y="424371"/>
            <a:ext cx="6036024" cy="603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56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BA480-06BF-E39D-AEFA-C3CE3AB25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EE8FD4-AB3F-AE6B-7209-DAD3F67EAB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200000"/>
                  </a:lnSpc>
                  <a:buNone/>
                </a:pP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WinRate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PBIno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Games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0" indent="0">
                  <a:lnSpc>
                    <a:spcPct val="200000"/>
                  </a:lnSpc>
                  <a:buNone/>
                </a:pP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WinRate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PBIno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Games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Rank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PBIno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Rank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0" indent="0">
                  <a:lnSpc>
                    <a:spcPct val="200000"/>
                  </a:lnSpc>
                  <a:buNone/>
                </a:pP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Top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Lane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WinRate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PBIno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Games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Rank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PBIno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Rank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EE8FD4-AB3F-AE6B-7209-DAD3F67EA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E7A19146-1655-62BA-E97C-2F907496AA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933" y="57626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236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DBEC1-DBBF-6136-4A63-780942770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0E3D402-5358-D9B5-0814-21304FB02832}"/>
              </a:ext>
            </a:extLst>
          </p:cNvPr>
          <p:cNvGrpSpPr/>
          <p:nvPr/>
        </p:nvGrpSpPr>
        <p:grpSpPr>
          <a:xfrm>
            <a:off x="-35053" y="345332"/>
            <a:ext cx="12262105" cy="6167336"/>
            <a:chOff x="-1" y="0"/>
            <a:chExt cx="12262105" cy="61673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2A4C99D-4879-96D3-65D1-AE15AAD74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1"/>
              <a:ext cx="6036301" cy="616733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70094C9-BA51-F99E-394C-ACC6AD0C4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0791" y="0"/>
              <a:ext cx="6331313" cy="61673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0687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944F070-6D64-45C8-0E02-BE0243F646A1}"/>
              </a:ext>
            </a:extLst>
          </p:cNvPr>
          <p:cNvGrpSpPr/>
          <p:nvPr/>
        </p:nvGrpSpPr>
        <p:grpSpPr>
          <a:xfrm>
            <a:off x="-35053" y="345332"/>
            <a:ext cx="12262105" cy="6167336"/>
            <a:chOff x="-1" y="0"/>
            <a:chExt cx="12262105" cy="61673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8F65EC4-8926-1010-45D8-B9BCA73B8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1"/>
              <a:ext cx="6036301" cy="616733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023D3B0-AEDD-DD30-3DC8-D80F434D2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0791" y="0"/>
              <a:ext cx="6331313" cy="6167336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BA588AB-FC75-3D17-A77B-DDF53AAD2E99}"/>
                  </a:ext>
                </a:extLst>
              </p14:cNvPr>
              <p14:cNvContentPartPr/>
              <p14:nvPr/>
            </p14:nvContentPartPr>
            <p14:xfrm>
              <a:off x="9409104" y="466056"/>
              <a:ext cx="612360" cy="31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BA588AB-FC75-3D17-A77B-DDF53AAD2E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55464" y="358416"/>
                <a:ext cx="72000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78CF054-ECB1-9025-A7E3-23BA5AE71554}"/>
                  </a:ext>
                </a:extLst>
              </p14:cNvPr>
              <p14:cNvContentPartPr/>
              <p14:nvPr/>
            </p14:nvContentPartPr>
            <p14:xfrm>
              <a:off x="9436464" y="895176"/>
              <a:ext cx="639360" cy="10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78CF054-ECB1-9025-A7E3-23BA5AE7155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82464" y="787176"/>
                <a:ext cx="7470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708F39D-1A2C-A308-C706-B19F14E3B8AF}"/>
                  </a:ext>
                </a:extLst>
              </p14:cNvPr>
              <p14:cNvContentPartPr/>
              <p14:nvPr/>
            </p14:nvContentPartPr>
            <p14:xfrm>
              <a:off x="9491544" y="2838096"/>
              <a:ext cx="475200" cy="15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708F39D-1A2C-A308-C706-B19F14E3B8A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37544" y="2730096"/>
                <a:ext cx="58284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66AAAE6-F04A-117D-5106-056E28D571B1}"/>
                  </a:ext>
                </a:extLst>
              </p14:cNvPr>
              <p14:cNvContentPartPr/>
              <p14:nvPr/>
            </p14:nvContentPartPr>
            <p14:xfrm>
              <a:off x="3337344" y="5713056"/>
              <a:ext cx="557280" cy="20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66AAAE6-F04A-117D-5106-056E28D571B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83344" y="5605416"/>
                <a:ext cx="66492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02748D1-0C6D-C69A-9507-92E346ED1534}"/>
                  </a:ext>
                </a:extLst>
              </p14:cNvPr>
              <p14:cNvContentPartPr/>
              <p14:nvPr/>
            </p14:nvContentPartPr>
            <p14:xfrm>
              <a:off x="3154464" y="1181736"/>
              <a:ext cx="822240" cy="255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02748D1-0C6D-C69A-9507-92E346ED153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00464" y="1074096"/>
                <a:ext cx="929880" cy="24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8053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33775-8970-A347-263B-E270DF395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4BA14BC-F0BA-4317-103B-9498C936DF13}"/>
              </a:ext>
            </a:extLst>
          </p:cNvPr>
          <p:cNvGrpSpPr/>
          <p:nvPr/>
        </p:nvGrpSpPr>
        <p:grpSpPr>
          <a:xfrm>
            <a:off x="-35053" y="345332"/>
            <a:ext cx="12262105" cy="6167336"/>
            <a:chOff x="-1" y="0"/>
            <a:chExt cx="12262105" cy="61673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53A0142-7DA0-5FAA-F59C-8C51A1CB3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1"/>
              <a:ext cx="6036301" cy="616733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41E1B61-5066-09B2-B02B-CD472D639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0791" y="0"/>
              <a:ext cx="6331313" cy="6167336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8D975CA-2DE7-9BEE-5A8B-40A0C5060665}"/>
                  </a:ext>
                </a:extLst>
              </p14:cNvPr>
              <p14:cNvContentPartPr/>
              <p14:nvPr/>
            </p14:nvContentPartPr>
            <p14:xfrm>
              <a:off x="11055024" y="475416"/>
              <a:ext cx="520560" cy="5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8D975CA-2DE7-9BEE-5A8B-40A0C50606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01024" y="367416"/>
                <a:ext cx="62820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600EA2-9D94-BF8F-FD4D-2F8FF02ED958}"/>
                  </a:ext>
                </a:extLst>
              </p14:cNvPr>
              <p14:cNvContentPartPr/>
              <p14:nvPr/>
            </p14:nvContentPartPr>
            <p14:xfrm>
              <a:off x="10990944" y="1938456"/>
              <a:ext cx="612360" cy="27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600EA2-9D94-BF8F-FD4D-2F8FF02ED95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36944" y="1830456"/>
                <a:ext cx="72000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3326A4B-B70F-D89F-998D-601D853DF5C2}"/>
                  </a:ext>
                </a:extLst>
              </p14:cNvPr>
              <p14:cNvContentPartPr/>
              <p14:nvPr/>
            </p14:nvContentPartPr>
            <p14:xfrm>
              <a:off x="11027664" y="895896"/>
              <a:ext cx="529200" cy="64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3326A4B-B70F-D89F-998D-601D853DF5C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973664" y="787896"/>
                <a:ext cx="63684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267B85-7450-1CDB-3025-4D6CEF538689}"/>
                  </a:ext>
                </a:extLst>
              </p14:cNvPr>
              <p14:cNvContentPartPr/>
              <p14:nvPr/>
            </p14:nvContentPartPr>
            <p14:xfrm>
              <a:off x="11091384" y="3245976"/>
              <a:ext cx="543960" cy="68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267B85-7450-1CDB-3025-4D6CEF53868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037744" y="3137976"/>
                <a:ext cx="65160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DFD9F97-47EF-81CD-ECFF-49D64ED6A02D}"/>
                  </a:ext>
                </a:extLst>
              </p14:cNvPr>
              <p14:cNvContentPartPr/>
              <p14:nvPr/>
            </p14:nvContentPartPr>
            <p14:xfrm>
              <a:off x="4745664" y="1133856"/>
              <a:ext cx="804600" cy="45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DFD9F97-47EF-81CD-ECFF-49D64ED6A02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91664" y="1025856"/>
                <a:ext cx="912240" cy="26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8688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98605-0DCF-2FBE-E28C-2104028B4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792D7-A532-25EB-3135-8897236E1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Low ranks do not care about meta character choices</a:t>
            </a:r>
          </a:p>
          <a:p>
            <a:pPr>
              <a:lnSpc>
                <a:spcPct val="200000"/>
              </a:lnSpc>
            </a:pPr>
            <a:r>
              <a:rPr lang="en-US" dirty="0"/>
              <a:t>Apex ranks do care, but not as much as Diamond players.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Data can be cleaned up more.</a:t>
            </a:r>
          </a:p>
          <a:p>
            <a:pPr>
              <a:lnSpc>
                <a:spcPct val="200000"/>
              </a:lnSpc>
            </a:pPr>
            <a:r>
              <a:rPr lang="en-US" dirty="0"/>
              <a:t>Would like to implement different models other than OLS.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665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BFD710-0AA6-F7C2-2FF9-AA464E6AD7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EF357A2-FDC6-4CBE-7627-7DB9E24B5A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28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45089A-2E61-5637-9DAB-1EC6AB71DE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CB1A03D-DCF0-A5C7-B1A0-D057A7AA09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Online Media 6" title="Your jungler after saying &quot;just play safe mid&quot;">
            <a:hlinkClick r:id="" action="ppaction://media"/>
            <a:extLst>
              <a:ext uri="{FF2B5EF4-FFF2-40B4-BE49-F238E27FC236}">
                <a16:creationId xmlns:a16="http://schemas.microsoft.com/office/drawing/2014/main" id="{60F65FE4-7444-E41C-06E1-2138923A359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-1838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52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189</TotalTime>
  <Words>255</Words>
  <Application>Microsoft Office PowerPoint</Application>
  <PresentationFormat>Widescreen</PresentationFormat>
  <Paragraphs>41</Paragraphs>
  <Slides>20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Calisto MT</vt:lpstr>
      <vt:lpstr>Cambria Math</vt:lpstr>
      <vt:lpstr>Helvetica</vt:lpstr>
      <vt:lpstr>Wingdings 2</vt:lpstr>
      <vt:lpstr>Slate</vt:lpstr>
      <vt:lpstr>League of Legends: How Does Character Choice Affect Win Rate Across Ranks?</vt:lpstr>
      <vt:lpstr>Motivation</vt:lpstr>
      <vt:lpstr>PowerPoint Presentation</vt:lpstr>
      <vt:lpstr>Research Question(s)</vt:lpstr>
      <vt:lpstr>Context</vt:lpstr>
      <vt:lpstr>Key Variables</vt:lpstr>
      <vt:lpstr>PowerPoint Presentation</vt:lpstr>
      <vt:lpstr>PowerPoint Presentation</vt:lpstr>
      <vt:lpstr>Webscraping with Selenium</vt:lpstr>
      <vt:lpstr>PowerPoint Presentation</vt:lpstr>
      <vt:lpstr>New Variables</vt:lpstr>
      <vt:lpstr>PowerPoint Presentation</vt:lpstr>
      <vt:lpstr>Graphs</vt:lpstr>
      <vt:lpstr>Models</vt:lpstr>
      <vt:lpstr>PowerPoint Presentation</vt:lpstr>
      <vt:lpstr>PowerPoint Presentation</vt:lpstr>
      <vt:lpstr>PowerPoint Presentation</vt:lpstr>
      <vt:lpstr>Conclusions &amp; Future Work</vt:lpstr>
      <vt:lpstr>Thank you!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Ng, Oliver</dc:creator>
  <cp:lastModifiedBy>Ng, Oliver</cp:lastModifiedBy>
  <cp:revision>9</cp:revision>
  <dcterms:created xsi:type="dcterms:W3CDTF">2026-05-12T06:22:02Z</dcterms:created>
  <dcterms:modified xsi:type="dcterms:W3CDTF">2026-05-12T21:02:07Z</dcterms:modified>
</cp:coreProperties>
</file>